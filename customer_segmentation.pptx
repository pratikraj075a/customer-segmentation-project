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29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9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0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47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9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00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6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6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14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57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98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181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72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389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52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7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97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Customer Segmentation using 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Project</a:t>
            </a:r>
          </a:p>
          <a:p>
            <a:r>
              <a:t>Presented By: Pratik Raj Chaudhary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Find different customer groups</a:t>
            </a:r>
          </a:p>
          <a:p>
            <a:r>
              <a:t>• Understand customer behavior</a:t>
            </a:r>
          </a:p>
          <a:p>
            <a:r>
              <a:t>• Improve marketing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Segment customers using K-Means</a:t>
            </a:r>
          </a:p>
          <a:p>
            <a:r>
              <a:t>• Find similar customers</a:t>
            </a:r>
          </a:p>
          <a:p>
            <a:r>
              <a:t>• Create targeted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Annual Income</a:t>
            </a:r>
          </a:p>
          <a:p>
            <a:r>
              <a:t>• Spending Score</a:t>
            </a:r>
          </a:p>
          <a:p>
            <a:r>
              <a:t>• Age</a:t>
            </a:r>
          </a:p>
          <a:p>
            <a:r>
              <a:t>• Savings</a:t>
            </a:r>
          </a:p>
          <a:p>
            <a:r>
              <a:t>• Online Spend</a:t>
            </a:r>
          </a:p>
          <a:p>
            <a:r>
              <a:t>• Total Records: 500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</a:t>
            </a:r>
          </a:p>
          <a:p>
            <a:r>
              <a:t>• EDA</a:t>
            </a:r>
          </a:p>
          <a:p>
            <a:r>
              <a:t>• Data Cleaning</a:t>
            </a:r>
          </a:p>
          <a:p>
            <a:r>
              <a:t>• Feature Scaling</a:t>
            </a:r>
          </a:p>
          <a:p>
            <a:r>
              <a:t>• K-Means Clustering</a:t>
            </a:r>
          </a:p>
          <a:p>
            <a:r>
              <a:t>• Business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spending patterns analyzed</a:t>
            </a:r>
          </a:p>
          <a:p>
            <a:r>
              <a:t>• Income and spending distributions checked</a:t>
            </a:r>
          </a:p>
          <a:p>
            <a:r>
              <a:t>• Outliers detected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Elbow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to find the best number of clusters</a:t>
            </a:r>
          </a:p>
          <a:p>
            <a:r>
              <a:t>• Optimal K selected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Cluster 0: High spending customers</a:t>
            </a:r>
          </a:p>
          <a:p>
            <a:r>
              <a:t>• Cluster 1: Premium customers</a:t>
            </a:r>
          </a:p>
          <a:p>
            <a:r>
              <a:t>• Cluster 2: Wealthy but low spending</a:t>
            </a:r>
          </a:p>
          <a:p>
            <a:r>
              <a:t>• Cluster 3: Budget online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Premium customers → VIP offers</a:t>
            </a:r>
          </a:p>
          <a:p>
            <a:r>
              <a:t>• Budget customers → Coupons</a:t>
            </a:r>
          </a:p>
          <a:p>
            <a:r>
              <a:t>• Online customers → Social media ads</a:t>
            </a:r>
          </a:p>
          <a:p>
            <a:r>
              <a:t>• High spenders → Loyalty rewards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 Accuracy &amp; Performance - 30%</a:t>
            </a:r>
          </a:p>
          <a:p>
            <a:r>
              <a:t>• Feature Engineering &amp; Innovation - 20%</a:t>
            </a:r>
          </a:p>
          <a:p>
            <a:r>
              <a:t>• Model Optimization &amp; Tuning - 20%</a:t>
            </a:r>
          </a:p>
          <a:p>
            <a:r>
              <a:t>• Business Insights &amp; Interpretation - 15%</a:t>
            </a:r>
          </a:p>
          <a:p>
            <a:r>
              <a:t>• Code Quality &amp; Documentation - 10%</a:t>
            </a:r>
          </a:p>
          <a:p>
            <a:r>
              <a:t>• Presentation &amp; Communication - 5%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Customers were divided into 4 groups</a:t>
            </a:r>
          </a:p>
          <a:p>
            <a:r>
              <a:t>• Different strategies improve sales</a:t>
            </a:r>
          </a:p>
          <a:p>
            <a:r>
              <a:t>• Customer segmentation helps business growth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237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Customer Segmentation using K-Means Clustering</vt:lpstr>
      <vt:lpstr>Project Overview</vt:lpstr>
      <vt:lpstr>Objective</vt:lpstr>
      <vt:lpstr>Dataset Information</vt:lpstr>
      <vt:lpstr>Project Workflow</vt:lpstr>
      <vt:lpstr>EDA Findings</vt:lpstr>
      <vt:lpstr>Elbow Method</vt:lpstr>
      <vt:lpstr>Customer Insights</vt:lpstr>
      <vt:lpstr>Marketing Strategies</vt:lpstr>
      <vt:lpstr>Evaluation Criteria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Pratik raj</cp:lastModifiedBy>
  <cp:revision>2</cp:revision>
  <dcterms:created xsi:type="dcterms:W3CDTF">2013-01-27T09:14:16Z</dcterms:created>
  <dcterms:modified xsi:type="dcterms:W3CDTF">2026-05-20T04:42:48Z</dcterms:modified>
  <cp:category/>
</cp:coreProperties>
</file>