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56332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5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96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2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48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74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2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5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3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57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30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07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94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34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2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0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Segmentation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 Segmentation using K-Means</a:t>
            </a:r>
          </a:p>
          <a:p>
            <a:r>
              <a:rPr dirty="0"/>
              <a:t>Presented by: Pratik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Find different customer groups</a:t>
            </a:r>
          </a:p>
          <a:p>
            <a:r>
              <a:t>• Understand customer behavior</a:t>
            </a:r>
          </a:p>
          <a:p>
            <a:r>
              <a:t>• Help business improve marketing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Segment customers using K-Means</a:t>
            </a:r>
          </a:p>
          <a:p>
            <a:r>
              <a:t>• Find similar customers</a:t>
            </a:r>
          </a:p>
          <a:p>
            <a:r>
              <a:t>• Create targeted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Annual Income</a:t>
            </a:r>
          </a:p>
          <a:p>
            <a:r>
              <a:t>• Spending Score</a:t>
            </a:r>
          </a:p>
          <a:p>
            <a:r>
              <a:t>• Age</a:t>
            </a:r>
          </a:p>
          <a:p>
            <a:r>
              <a:t>• Savings</a:t>
            </a:r>
          </a:p>
          <a:p>
            <a:r>
              <a:t>• Online Spend</a:t>
            </a:r>
          </a:p>
          <a:p>
            <a:r>
              <a:t>• Total records: 500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</a:t>
            </a:r>
          </a:p>
          <a:p>
            <a:r>
              <a:t>• EDA</a:t>
            </a:r>
          </a:p>
          <a:p>
            <a:r>
              <a:t>• Data Cleaning</a:t>
            </a:r>
          </a:p>
          <a:p>
            <a:r>
              <a:t>• Feature Scaling</a:t>
            </a:r>
          </a:p>
          <a:p>
            <a:r>
              <a:t>• K-Means Clustering</a:t>
            </a:r>
          </a:p>
          <a:p>
            <a:r>
              <a:t>• Business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spending patterns were analyzed</a:t>
            </a:r>
          </a:p>
          <a:p>
            <a:r>
              <a:t>• Income and spending have different distributions</a:t>
            </a:r>
          </a:p>
          <a:p>
            <a:r>
              <a:t>• Some outliers were detected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to find best number of clusters</a:t>
            </a:r>
          </a:p>
          <a:p>
            <a:r>
              <a:t>• Best cluster value selected for K-Means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 0: High spending customers</a:t>
            </a:r>
          </a:p>
          <a:p>
            <a:r>
              <a:t>• Cluster 1: Premium customers</a:t>
            </a:r>
          </a:p>
          <a:p>
            <a:r>
              <a:t>• Cluster 2: Wealthy but low spending</a:t>
            </a:r>
          </a:p>
          <a:p>
            <a:r>
              <a:t>• Cluster 3: Budget online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customers → VIP offers</a:t>
            </a:r>
          </a:p>
          <a:p>
            <a:r>
              <a:t>• Budget customers → Coupons</a:t>
            </a:r>
          </a:p>
          <a:p>
            <a:r>
              <a:t>• Online customers → Social media ads</a:t>
            </a:r>
          </a:p>
          <a:p>
            <a:r>
              <a:t>• High spenders → Loyalty rewards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Customers were divided into 4 groups</a:t>
            </a:r>
          </a:p>
          <a:p>
            <a:r>
              <a:t>• Different strategies can improve sales</a:t>
            </a:r>
          </a:p>
          <a:p>
            <a:r>
              <a:t>• Customer segmentation helps business growth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</TotalTime>
  <Words>193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Customer Segmentation</vt:lpstr>
      <vt:lpstr>Project Overview</vt:lpstr>
      <vt:lpstr>Objective</vt:lpstr>
      <vt:lpstr>Dataset Information</vt:lpstr>
      <vt:lpstr>Project Workflow</vt:lpstr>
      <vt:lpstr>EDA Findings</vt:lpstr>
      <vt:lpstr>Elbow Method</vt:lpstr>
      <vt:lpstr>Customer Insights</vt:lpstr>
      <vt:lpstr>Marketing Strategies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raj</cp:lastModifiedBy>
  <cp:revision>2</cp:revision>
  <dcterms:created xsi:type="dcterms:W3CDTF">2013-01-27T09:14:16Z</dcterms:created>
  <dcterms:modified xsi:type="dcterms:W3CDTF">2026-05-19T06:53:14Z</dcterms:modified>
  <cp:category/>
</cp:coreProperties>
</file>